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基于 RAG 的角色扮演系统项目讲解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23317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BFDBFE"/>
                </a:solidFill>
                <a:latin typeface="Microsoft YaHei"/>
              </a:defRPr>
            </a:pPr>
            <a:r>
              <a:rPr sz="2000" b="0">
                <a:solidFill>
                  <a:srgbClr val="BFDBFE"/>
                </a:solidFill>
                <a:latin typeface="Microsoft YaHei"/>
              </a:rPr>
              <a:t>重点模块：pdf_ingest_service.py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30632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主题：复杂 PDF 解析、向量入库、混合检索与对话生成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适用场景：项目答辩 / 技术讲解 / 系统演示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项目整体定位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本项目是一个面向角色对话的 RAG 系统。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用户选择角色并提问，系统从该角色知识库中检索相关内容，再调用大模型生成回答。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核心目标：让大模型回答基于上传 PDF/文本资料，而不是仅依赖模型自身记忆。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重点解决：长文档、复杂 PDF、表格、扫描页、图片图表的知识入库与检索。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前端：角色选择、聊天界面、知识文件上传、来源展示。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后端：FastAPI 接口层 + Service 业务层 + Repository 数据访问层。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数据层：MySQL 保存用户/角色/会话，Redis 保存短期记忆，Milvus 保存向量知识，Neo4j 保存图谱关系。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AI 能力：Embedding、Rerank、LLM 生成、视觉 / OCR 理解。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一次完整问答链路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用户输入问题，前端发起聊天请求。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ChatService 验证用户、角色和会话状态。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读取短期记忆，并可选进行 Query Rewrite。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PDFIngestService 执行 Hybrid 检索，召回知识片段。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LLMService 拼接角色设定、记忆、实时上下文和 RAG 上下文生成回复。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保存对话、来源和记忆，并返回给前端。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为什么 pdf_ingest_service.py 是核心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它同时负责“知识入库”和“知识检索”。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入库侧：PDF → 文本 / OCR / 表格 / 图片描述 → chunk → embedding → Milvus。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检索侧：用户问题 → BM25 + 向量检索 + Neo4j 图谱 → 融合 → Rerank。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它决定了系统能不能从复杂 PDF 中提取出可被大模型利用的知识。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PDF 入库主流程：ingest_file()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入口函数：ingest_file(character_id, pdf_path)。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检查 PDF 文件是否存在。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调用 _extract_text() 抽取完整可检索文本。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调用 _chunk_text() 按窗口切分文本。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每个 chunk 调用 _build_row() 生成入库记录。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调用 _insert_into_milvus() 批量写入向量库。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复杂 PDF 解析总览：_extract_text()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优先使用 PyMuPDF，因为它能处理文本层、表格、图片和页面渲染。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如果 PyMuPDF 不可用，则退化为 pypdf 的普通文本抽取。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逐页解析 PDF，并把每页内容合并成统一文本。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每页内容由四类信息组成：文本层、OCR 文本、Markdown 表格、图片描述。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文本层解析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对正常 PDF，直接使用 page.get_text("text") 抽取可复制文本。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优点：速度快、准确率高、对普通文档最稳定。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适合：正文、标题、段落、普通说明文字。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如果抽取结果很少，系统会判断该页可能是扫描页或图片页。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OCR 扫描件解析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触发条件：当前页文本层长度少于 30 个字符。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OCR 引擎：RapidOCR，基于 ONNX Runtime，轻量且可本地运行。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处理流程：PDF 页面 → 2 倍缩放渲染 → 图片 → RapidOCR → 文本行拼接。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设计理由：普通页不 OCR，避免降低速度；扫描页才 OCR，作为兜底。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容错：未安装 OCR 或识别失败时，不中断整个入库流程。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表格解析：保留二维结构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函数：_extract_tables_as_markdown(page)。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使用 PyMuPDF 的 page.find_tables() 自动检测表格区域。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table.extract() 得到二维数组，再转换成 Markdown 表格。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相比普通文本抽取，Markdown 能保留“表头—行—列”的对应关系。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适合财务报表、股权结构表、客户销售表、募集资金用途表等。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表格为什么对 RAG 很重要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普通 PDF 抽取可能打乱行列，导致“年份、指标、金额”关系丢失。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Markdown 表格能让检索和大模型更容易理解数据归属。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例如：2022 年营业收入、净利润、毛利率可以保持在同一行上下文中。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对招股说明书、财报类问答尤其关键。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图片与图表解析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函数：_extract_images_as_text(page)。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系统会枚举 PDF 页面中的图片，并通过 xref 提取图片二进制。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过滤规则：每页最多处理前 3 张，且宽高都不小于 100 像素。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小图标、Logo、装饰元素会被跳过，避免浪费视觉模型调用成本。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大图、组织结构图、趋势图、截图会送入视觉模型生成中文描述。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视觉模型如何把图片变成知识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函数：_describe_image(image_bytes, ext)。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图片会被 Base64 编码成 data URL，发送到 OpenAI 兼容 chat/completions 接口。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使用配置项 vision_model_name，当前为 deepseek-ai/DeepSeek-OCR。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提示词要求模型用中文描述图像中的关键信息，如图表类型、数据趋势、组织结构。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最终格式：[图像内容描述] + 视觉模型输出，并追加到页面文本中。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文本切分策略：_chunk_text()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默认 chunk_size = 800 字符，overlap = 120 字符。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800 字符能兼顾段落完整性和检索粒度。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120 字符重叠可以避免股东名称、金额、比例等信息被切在边界。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切分前会压缩连续空白，减少无意义字符对 embedding 的影响。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结果：长 PDF 被拆成多个可检索、可向量化的文本块。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每个 chunk 的入库结构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函数：_build_row()。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source_file：来源 PDF 文件名，用于前端展示引用。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chunk_index：文本块序号，用于定位原文。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text：真正进入 RAG 上下文的文本。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keywords：jieba 提取的关键词，用于 BM25 检索增强。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vector：Embedding 向量，用于 Milvus 语义检索。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chunk_hash：SHA256 指纹，用于去重和追踪。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Embedding 与 Milvus 入库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Embedding API：调用 OpenAI 兼容 /embeddings 接口。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模型名来自 settings.embedding_model_name，向量维度来自 settings.milvus_dim。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当前配置维度为 1024，适配 bge-large-zh-v1.5 / bge-m3 等 1024 维模型。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Embedding 有 LRU 缓存，最多缓存 512 条，减少重复调用。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API 失败时回退到 SHA256 伪向量，保证流程不中断。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Milvus Collection 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每个角色一个独立 collection：character_knowledge_{id}。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隔离不同角色知识，避免跨角色知识污染。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字段包括：id、source_file、chunk_index、chunk_hash、text、keywords、vector。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vector 字段使用 FLOAT_VECTOR，维度由 settings.milvus_dim 控制。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索引使用 IVF_FLAT，距离度量使用 COSINE。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BM25 关键词检索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函数：search_keyword()。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作用：补充向量检索在精确数字、年份、金额、人名、公司名上的不足。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数据来源：从 Milvus 拉取 text + keywords，并在 Python 内存中计算 BM25。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参数：k1 = 1.2，b = 0.75。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适合问题：2022 年营业收入是多少？控股股东是谁？发行数量是多少？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向量检索与语义召回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函数：search_vector()。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先把用户问题也转成 embedding 向量。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使用 Milvus 在 vector 字段上做 ANN 检索。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度量方式为 COSINE，适合语义相似度。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优势：能处理同义改写和自然语言表达，例如“主营业务”与“主要从事”。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Hybrid 检索融合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函数：search_hybrid()。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三路召回：BM25 关键词检索、Milvus 向量检索、Neo4j 图谱检索。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BM25 强在精确匹配，向量强在语义泛化，Neo4j 强在实体关系。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融合权重：向量 0.6，关键词 0.4；图谱作为结构化候选补充。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合并后按 hybrid_score 排序，并扩大候选池给 Rerank。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Rerank 精排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函数：_rerank()。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第一阶段 Hybrid 检索强调“召回”，宁可多取候选。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Rerank 模型逐对判断“问题—片段”的真实相关性。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当前模型配置：BAAI/bge-reranker-v2-m3。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Rerank 失败时回退到 hybrid_score 排序，保证系统可用性。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容错与稳定性设计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PyMuPDF 不可用 → 回退 pypdf。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OCR 未安装或失败 → 跳过 OCR，不影响普通文本。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表格检测失败 → 跳过该表格。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图片描述失败 → 跳过图片描述。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Embedding API 失败 → 回退 SHA256 伪向量。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Neo4j / Rerank 失败 → 返回空图谱或使用融合分回退。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与 ChatService 的连接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ChatService 是问答编排中心。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接收问题后读取记忆、进行 Query Rewrite，再调用 PDFIngestService 检索上下文。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检索结果 context 会和角色设定、记忆、实时上下文一起送入 LLM。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最终答案、RAG 来源、对话记录会写回数据库。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流式接口中检索时会先输出“正在进行检索，请稍等……”降低用户感知延迟。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项目亮点总结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多模态 PDF 入库：文本、OCR、表格、图片描述统一转成可检索文本。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角色级知识隔离：每个角色拥有独立 Milvus collection。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Hybrid 检索：BM25 + 向量 + Neo4j 兼顾精确事实、语义泛化和关系推理。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Rerank 精排：提升最终上下文质量，降低幻觉风险。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强容错设计：外部服务失败时自动降级，保证主流程可运行。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可改进方向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868680"/>
            <a:ext cx="1092708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170432"/>
            <a:ext cx="1014984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引入更专业的表格解析工具，提升复杂跨页表格还原能力。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对 OCR 结果增加置信度过滤和版面顺序重排。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将 BM25 从内存计算升级到 Elasticsearch / OpenSearch，支持更大规模文档。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补充异步入库队列，避免上传大 PDF 时阻塞请求。</a:t>
            </a:r>
          </a:p>
          <a:p>
            <a:pPr>
              <a:spcAft>
                <a:spcPts val="900"/>
              </a:spcAft>
              <a:defRPr sz="1800" b="0">
                <a:solidFill>
                  <a:srgbClr val="334155"/>
                </a:solidFill>
                <a:latin typeface="Microsoft YaHei"/>
              </a:defRPr>
            </a:pPr>
            <a:r>
              <a:rPr sz="1800" b="0">
                <a:solidFill>
                  <a:srgbClr val="334155"/>
                </a:solidFill>
                <a:latin typeface="Microsoft YaHei"/>
              </a:rPr>
              <a:t>为 chunk 增加页码范围和表格/图片类型标签，方便前端引用定位。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rPr sz="3200" b="1">
                <a:solidFill>
                  <a:srgbClr val="0F172A"/>
                </a:solidFill>
                <a:latin typeface="Microsoft YaHei"/>
              </a:rPr>
              <a:t>结束页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83080"/>
            <a:ext cx="10515600" cy="3017520"/>
          </a:xfrm>
          <a:prstGeom prst="roundRect">
            <a:avLst/>
          </a:prstGeom>
          <a:solidFill>
            <a:srgbClr val="ECFDF5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148840"/>
            <a:ext cx="9875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334155"/>
                </a:solidFill>
                <a:latin typeface="Microsoft YaHei"/>
              </a:defRPr>
            </a:pPr>
            <a:r>
              <a:rPr sz="2000" b="0">
                <a:solidFill>
                  <a:srgbClr val="334155"/>
                </a:solidFill>
                <a:latin typeface="Microsoft YaHei"/>
              </a:rPr>
              <a:t>本项目的关键不是简单调用大模型，而是构建了一条完整的知识处理链路。</a:t>
            </a:r>
          </a:p>
          <a:p>
            <a:pPr>
              <a:spcAft>
                <a:spcPts val="900"/>
              </a:spcAft>
              <a:defRPr sz="2000" b="0">
                <a:solidFill>
                  <a:srgbClr val="334155"/>
                </a:solidFill>
                <a:latin typeface="Microsoft YaHei"/>
              </a:defRPr>
            </a:pPr>
            <a:r>
              <a:rPr sz="2000" b="0">
                <a:solidFill>
                  <a:srgbClr val="334155"/>
                </a:solidFill>
                <a:latin typeface="Microsoft YaHei"/>
              </a:rPr>
              <a:t>pdf_ingest_service.py 将复杂 PDF 转化为结构化、可检索、可追溯的知识资产。</a:t>
            </a:r>
          </a:p>
          <a:p>
            <a:pPr>
              <a:spcAft>
                <a:spcPts val="900"/>
              </a:spcAft>
              <a:defRPr sz="2000" b="0">
                <a:solidFill>
                  <a:srgbClr val="334155"/>
                </a:solidFill>
                <a:latin typeface="Microsoft YaHei"/>
              </a:defRPr>
            </a:pPr>
            <a:r>
              <a:rPr sz="2000" b="0">
                <a:solidFill>
                  <a:srgbClr val="334155"/>
                </a:solidFill>
                <a:latin typeface="Microsoft YaHei"/>
              </a:rPr>
              <a:t>最终让角色对话具备基于文档的事实回答能力。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