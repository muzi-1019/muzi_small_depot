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2D5C"/>
                </a:solidFill>
                <a:latin typeface="Microsoft YaHei"/>
              </a:defRPr>
            </a:pPr>
            <a:r>
              <a:t>基于 RAG 的角色扮演问答系统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让大模型真正读懂你上传的文件，基于文件内容回答问题，不胡编、有出处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23160"/>
            <a:ext cx="34747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3288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862072"/>
            <a:ext cx="31455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上传一份 PDF 招股说明书，系统就能基于其中的真实内容回答财务、股权、风险等各类问题。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423160"/>
            <a:ext cx="34747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53288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整体流程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862072"/>
            <a:ext cx="31455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上传文档 → 自动切段、存入检索库 → 用户提问 → 搜索相关段落 → 交给大模型生成答案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423160"/>
            <a:ext cx="3246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53288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典型用途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2862072"/>
            <a:ext cx="29169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招股说明书问答、财务数据查询、股权关系分析、角色扮演知识问答。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汇报人：2309A_nlp-李学远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  <p:transition dur="700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按照「为什么做、怎么做、做了什么、效果如何」四个层次展开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2618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直接问大模型会怎样？为什么要引入检索增强？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系统架构与主流程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8483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各部分怎么分工，一条完整的回答是怎么产生的？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核心技术实现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90779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文件怎么解析？问题怎么搜索？答案怎么生成？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工单演进与创新点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73075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系统怎么一步步从基础版演进到现在的能力？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测试评估与总结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55371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系统效果怎么样？还有哪些可以继续改进的地方？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为什么不直接问 ChatGPT？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普通大模型不知道你私有文件里的内容，只能靠自己的记忆猜测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234440"/>
          </a:xfrm>
          <a:prstGeom prst="roundRect">
            <a:avLst/>
          </a:prstGeom>
          <a:solidFill>
            <a:srgbClr val="FEF2F2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❌ 直接问大模型的问题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73352"/>
            <a:ext cx="305409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大模型不知道你上传的文件；</a:t>
            </a:r>
            <a:br/>
            <a:r>
              <a:t>它可能会「编」一个看起来合理的答案（称为「幻觉」）；</a:t>
            </a:r>
            <a:br/>
            <a:r>
              <a:t>无法告诉你答案来自哪一页哪一段。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8328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344168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✅ 本系统的做法（RAG）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673352"/>
            <a:ext cx="305409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先在文件里搜索和问题最相关的段落；</a:t>
            </a:r>
            <a:br/>
            <a:r>
              <a:t>把搜到的段落作为「参考资料」交给大模型；</a:t>
            </a:r>
            <a:br/>
            <a:r>
              <a:t>大模型只基于参考资料回答，有据可查。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337560" cy="123444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34416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🎯 本项目目标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673352"/>
            <a:ext cx="300837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让角色扮演系统能够基于上传的 PDF 文件，对金融、股权、财务等专业问题进行可信、有来源的回答。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D5C"/>
                </a:solidFill>
                <a:latin typeface="Microsoft YaHei"/>
              </a:defRPr>
            </a:pPr>
            <a:r>
              <a:t>用户提问  →  在文件里搜索相关段落  →  智能排序筛选  →  大模型基于段落回答  →  返回结果和出处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这样做有哪些好处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减少「胡编」：大模型必须基于检索到的内容回答，无法凭空捏造。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支持私有文件：上传招股说明书后立刻就能针对它提问。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答案可追溯：每次回答都可以告诉用户依据来自哪个段落。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像流水线一样，每一层只做自己的事，出了问题互不影响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92024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441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用户界面（前端）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73352"/>
            <a:ext cx="1591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用户聊天、上传文件、选择角色的操作页面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34440"/>
            <a:ext cx="192024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3441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接口层（后端入口）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673352"/>
            <a:ext cx="1591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接收请求、验证身份、把结果实时「打字」传回前端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234440"/>
            <a:ext cx="20574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134416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对话协调层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1673352"/>
            <a:ext cx="17282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把记忆、检索、大模型调用串联起来编排出完整回答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234440"/>
            <a:ext cx="205740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344168"/>
            <a:ext cx="1728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检索增强管道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673352"/>
            <a:ext cx="17282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负责解析文件、存入检索库、搜索相关段落、精排结果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234440"/>
            <a:ext cx="201168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34416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AI 模型服务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1673352"/>
            <a:ext cx="16824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大模型生成回答 / 图片文字识别 / 向量化 / 精排模型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底层存储：MySQL（用户与对话记录）｜Redis（短期记忆缓存）｜Milvus（向量检索库）｜Neo4j（关系图谱）｜Docker（一键部署）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各层做什么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6908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用户界面：用户看到的聊天页面和文件上传功能。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对话协调层：把「记住历史对话、搜索文件、生成回答」这三件事串起来。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检索增强管道：把 PDF 处理成可搜索的片段，再根据问题找到最相关的片段。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AI 模型服务：大模型负责生成回答，精排模型负责重新排序搜索结果。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为什么分层设计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6908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每层只负责自己的职责，逻辑清晰，易于维护。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某个组件出错时，其他部分尽量继续正常工作。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想换大模型、换搜索引擎，只需改对应那一层，不影响整体。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  <p:transition dur="500" spd="med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核心流程一：把文件变成可检索的知识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上传 PDF 后，系统自动把里面的各种内容处理成可以被搜索的片段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6459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35607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64792"/>
            <a:ext cx="13167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① 上传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325880"/>
            <a:ext cx="16459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435607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1764792"/>
            <a:ext cx="13167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② 提取文字</a:t>
            </a:r>
            <a:br/>
            <a:r>
              <a:t>表格 / 图片 / 扫描页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16459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35607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64792"/>
            <a:ext cx="13167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③ 切成小段</a:t>
            </a:r>
            <a:br/>
            <a:r>
              <a:t>（含重叠防止断裂）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16459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435607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764792"/>
            <a:ext cx="13167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④ 文字转「数字指纹」</a:t>
            </a:r>
            <a:br/>
            <a:r>
              <a:t>便于计算机比较相似度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25880"/>
            <a:ext cx="16459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435607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1764792"/>
            <a:ext cx="13167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⑤ 存入向量库</a:t>
            </a:r>
            <a:br/>
            <a:r>
              <a:t>Milvus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19" y="1325880"/>
            <a:ext cx="164592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711" y="1435607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68711" y="1764792"/>
            <a:ext cx="131673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⑥ 抽取实体关系</a:t>
            </a:r>
            <a:br/>
            <a:r>
              <a:t>存入图谱库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如何处理复杂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9184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普通正文：直接逐页提取文字。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财务表格：自动识别表格结构，转成行列整齐的文本，防止数据乱序。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扫描件（图片化页面）：用 OCR 技术识别图片中的文字。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图表 / 股权结构图：用视觉 AI 生成一段中文描述，再作为文字存入检索库。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80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为什么这样做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9184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统一格式：不管是文字、表格还是图片，最终都变成文字片段，统一被搜索。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防止信息丢失：招股说明书里的财务表格和股权图非常关键，不能跳过。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切段带重叠：每段之间有部分内容重叠，防止一句话被切断后找不到完整语义。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核心流程二：用户提问到得到答案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系统先搜索文件、再结合记忆、最后让大模型基于证据回答，不是直接猜测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2D5C"/>
                </a:solidFill>
                <a:latin typeface="Microsoft YaHei"/>
              </a:defRPr>
            </a:pPr>
            <a:r>
              <a:t>用户输入问题  →  读取本次对话的历史记录  →  理解「它」「该公司」等指代  →  三路并行搜索文件  →  智能重新排序结果  →  组合参考资料和角色人设  →  大模型逐字生成回答  →  保存本轮对话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多轮对话是怎么实现的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5257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系统会记住最近几轮对话（存在内存缓存里，速度快）。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如果用户说「它的净利润呢」，系统会自动把「它」补全为上一轮提到的公司名。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对话结束后写入数据库，下次打开还能看到历史记录。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2316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回答为什么可信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4800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大模型看不到它「不知道」的内容，只能基于我们搜索到的段落回答。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每个角色有自己独立的知识库，不同角色的文件不会互相干扰。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回答来源可以追溯到具体段落，降低「胡编」的风险。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核心技术：三路并行搜索 + 智能重新排序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一种搜索方式不够用，所以同时用三种方式搜索，最后统一打分排序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46120" cy="137160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① 关键词精确搜索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73352"/>
            <a:ext cx="291693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像在书里 Ctrl+F 一样，适合搜索公司名、年份、金额、股权比例等精确信息。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461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34416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② 语义相似度搜索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673352"/>
            <a:ext cx="291693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把文字转成数字向量，通过计算距离找「意思相近」的段落，适合同义词和自然语言问法。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2971800" cy="137160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344168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③ 关系图谱搜索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673352"/>
            <a:ext cx="264261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在知识关系图里查找，适合「谁控股谁、关联方是谁」这类结构关系问题。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Microsoft YaHei"/>
              </a:defRPr>
            </a:pPr>
            <a:r>
              <a:t>三路结果汇总 → 统一打分 → 本地智能精排模型重新排序 → 选出最相关的片段交给大模型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这样做有什么好处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9966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单靠语义搜索找不准数字和人名，单靠关键词又不理解同义词——三路结合覆盖更全面。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智能精排模型（bge-reranker）再次判断每个候选段落和问题的真实相关性，比简单打分更准。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精排模型部署在本地，不依赖网络，速度稳定、答辩演示不受影响。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  <p:transition dur="500" spd="med">
    <p:split dir="horz" orient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13 个工单演进路线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先让系统能跑起来，再一步步解决真实场景中遇到的问题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60604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01 基础 PDF 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2763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88720"/>
            <a:ext cx="260604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29844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02 检索优化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62763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188720"/>
            <a:ext cx="260604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9844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03 表格解析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2763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88720"/>
            <a:ext cx="260604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298448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04 图像解析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62763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42032"/>
            <a:ext cx="2606040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65176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05 问题理解优化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980944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542032"/>
            <a:ext cx="2606040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65176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06 混合检索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2980944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542032"/>
            <a:ext cx="2606040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65176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07 功能评估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980944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🧪 脚本评估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542032"/>
            <a:ext cx="2606040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265176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08 图谱问答（基础）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980944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895344"/>
            <a:ext cx="260604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00507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09 图谱优化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334256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🟡 部分完成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895344"/>
            <a:ext cx="260604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400507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10 容器化部署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2" y="4334256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已完成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895344"/>
            <a:ext cx="260604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400507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11 向量模型微调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334256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📌 方案设计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3895344"/>
            <a:ext cx="260604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0032" y="4005072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12 轻量图谱 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334256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🧪 实验完成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248655"/>
            <a:ext cx="260604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358383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13 性能优化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5687567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✅ 部分完成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32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演进思路：先跑通基础问答 → 优化复杂文档解析 → 强化检索能力 → 引入知识图谱 → 容器化部署 → 性能调优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六大技术难点与解决方案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每个难点都来自真实使用场景中遇到的问题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74720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25272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难点 1：PDF 内容五花八门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581912"/>
            <a:ext cx="31455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文字、表格、扫描图片、流程图混在一起，普通抽取会丢很多信息。</a:t>
            </a:r>
            <a:br/>
            <a:r>
              <a:t>→ 用多种工具分别处理：文字直接提取，表格转整齐文本，图片用 AI 识别。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474720" cy="1280160"/>
          </a:xfrm>
          <a:prstGeom prst="roundRect">
            <a:avLst/>
          </a:prstGeom>
          <a:solidFill>
            <a:srgbClr val="FFFBEB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25272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难点 2：数字和人名搜不准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581912"/>
            <a:ext cx="31455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语义搜索擅长理解意思，但对具体数字、年份、比例往往不够敏感。</a:t>
            </a:r>
            <a:br/>
            <a:r>
              <a:t>→ 同时用关键词精确搜索来弥补，两路结合取长补短。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3246120" cy="128016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25272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难点 3：找不到谁控股谁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81912"/>
            <a:ext cx="2916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股东、关联方、控制关系靠普通搜索很难覆盖。</a:t>
            </a:r>
            <a:br/>
            <a:r>
              <a:t>→ 把这些关系单独存在知识图谱里，专门用来回答「关系型」问题。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347472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难点 4：用户说「它」指谁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502152"/>
            <a:ext cx="31455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多轮对话中用户常省略主语，比如「它的净利润呢？」，系统要能理解指代对象。</a:t>
            </a:r>
            <a:br/>
            <a:r>
              <a:t>→ 系统记住历史对话，自动把省略的内容补全后再去搜索。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063240"/>
            <a:ext cx="3474720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17296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难点 5：搜出来的结果排序不好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502152"/>
            <a:ext cx="31455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三路搜索汇总后，候选段落的相关性参差不齐，不能直接用。</a:t>
            </a:r>
            <a:br/>
            <a:r>
              <a:t>→ 用专门的精排 AI 模型重新给每个候选段落打分排序，选出真正相关的。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063240"/>
            <a:ext cx="324612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17296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难点 6：多个组件怎么统一部署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502152"/>
            <a:ext cx="29169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系统用到数据库、缓存、向量库、图谱库、前后端，依赖复杂。</a:t>
            </a:r>
            <a:br/>
            <a:r>
              <a:t>→ 用 Docker 容器化技术一键启动所有服务，环境统一不出错。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测试评估与性能优化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用 15 道标准问题测试，从准确率、召回率、响应速度三个维度衡量效果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怎么评估效果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搜索命中率：关键答案相关的段落有没有被搜索到？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段落相关性：搜索到的段落是否真的能回答这道题？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回答忠实性：大模型的回答是否基于搜索内容，有没有捏造？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响应速度：从提问到返回答案，每个环节各花了多少时间？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做了哪些速度优化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文档缓存：把常用段落提前缓存，避免每次提问都重新从库里拉数据。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三路搜索并行：三种搜索方式同时跑，不排队等待，节省时间。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先扩大候选再精排：先多搜一些候选，精排后再缩减，避免遗漏好答案。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精排模型本地化：精排不依赖外部网络，响应稳定。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结论：RAG 系统相比直接问大模型，在私有文档问答场景中准确率显著更高，且每个回答都有文档来源可查。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  <p:transition dur="500" spd="med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系统部署与工程化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一键启动所有服务，关机数据不丢，配置灵活可切换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2918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🐳 容器化一键部署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29626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用 Docker Compose 一条命令同时启动数据库、缓存、向量库、图谱库、前后端服务。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91840" cy="1188720"/>
          </a:xfrm>
          <a:prstGeom prst="roundRect">
            <a:avLst/>
          </a:prstGeom>
          <a:solidFill>
            <a:srgbClr val="F0FDF4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3441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💾 数据不会随关机丢失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673352"/>
            <a:ext cx="29626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所有数据库都配置了持久化存储（磁盘挂载），关机重启后对话记录和知识库完整保留。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34440"/>
            <a:ext cx="301752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344168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⚙️ 灵活配置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673352"/>
            <a:ext cx="26883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通过配置文件和环境变量管理所有参数，不用改代码就能切换模型、数据库地址和检索策略。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工程设计亮点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10058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每个角色的知识库独立隔离，不同角色之间的文件内容互不干扰。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某个组件（如图谱服务）出现故障时，系统尽量回退到其他检索方式，不直接崩溃中断回答。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前端回答边生成边显示（像打字一样），用户不用等到全部生成完才能看到内容。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大模型、向量化模型、精排模型都可以通过配置或少量代码切换，便于后续升级。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项目创新点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不只是简单调用大模型，而是围绕可信问答构建了完整的工程体系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24612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创新 1：多类型文档统一入库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29169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文字、表格、OCR 识别文字、图片 AI 描述——四类内容统一处理后进入同一个检索库。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143000"/>
            <a:ext cx="324612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25272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创新 2：三路融合搜索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581912"/>
            <a:ext cx="29169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关键词精确搜索 + 语义相似度搜索 + 实体关系图谱搜索，三路结果合并打分，覆盖更全面。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143000"/>
            <a:ext cx="29718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252728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创新 3：本地精排模型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581912"/>
            <a:ext cx="26426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搜索结果由本地 AI 精排模型重新打分排序，不依赖网络，速度稳定，效果更好。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324612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3580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创新 4：角色有记忆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64992"/>
            <a:ext cx="29169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系统同时记住短期对话（速度快）和长期历史（持久存档），支持自然的多轮连续对话。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926080"/>
            <a:ext cx="324612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303580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创新 5：知识图谱辅助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364992"/>
            <a:ext cx="29169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用知识关系图补充「谁控股谁、关联方是谁」等结构化关系问题，纯文字搜索覆盖不到这类问题。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926080"/>
            <a:ext cx="29718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35808"/>
            <a:ext cx="2642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5C"/>
                </a:solidFill>
                <a:latin typeface="Microsoft YaHei"/>
              </a:defRPr>
            </a:pPr>
            <a:r>
              <a:t>创新 6：完整工程闭环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3364992"/>
            <a:ext cx="26426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从文件上传、检索、回答生成、效果评估到容器化部署，形成完整可运行的系统。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  <p:transition dur="500" spd="med">
    <p:split dir="horz" orient="ou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Microsoft YaHei"/>
              </a:defRPr>
            </a:pPr>
            <a:r>
              <a:t>系统已能实现完整的文档知识问答，后续仍有值得继续深入的方向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目前已经实现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上传 PDF，自动解析文字、表格、图片并存入检索库。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用户提问后，系统搜索相关段落，让大模型基于段落生成回答。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系统记住多轮对话，能理解上下文中「它」「该公司」等指代表达。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三路并行搜索 + 本地精排模型，提升搜索准确率。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一键容器化部署，多个角色知识库独立隔离。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Microsoft YaHei"/>
              </a:defRPr>
            </a:pPr>
            <a:r>
              <a:t>后续可以继续优化的方向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跨页表格自动拼接：当一张表格跨越 PDF 多页时，自动合并成完整表格。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图片处理速度：图片 AI 分析比较慢，后续可以改为异步后台处理。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建立更全面的测试集：用更多真实问题评估系统效果，持续改进。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Microsoft YaHei"/>
              </a:defRPr>
            </a:pPr>
            <a:r>
              <a:t>知识图谱轻量化更新：新上传文件后，只增量更新图谱，不用全部重建。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D5C"/>
                </a:solidFill>
                <a:latin typeface="Microsoft YaHei"/>
              </a:defRPr>
            </a:pPr>
            <a:r>
              <a:t>一句话总结：本项目让大模型具备「读懂私有文件、记住多轮对话、查找实体关系、基于证据回答」的完整能力。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  <p:transition dur="500" spd="med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82D5C"/>
                </a:solidFill>
                <a:latin typeface="Microsoft YaHei"/>
              </a:defRPr>
            </a:pPr>
            <a: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Microsoft YaHei"/>
              </a:defRPr>
            </a:pPr>
            <a:r>
              <a:t>欢迎各位老师提问与批评指正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基于 RAG 的角色扮演问答系统  |  2309A_nlp-李学远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  <p:transition dur="800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